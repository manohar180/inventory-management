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88952" cy="54864"/>
          </a:xfrm>
          <a:prstGeom prst="rect">
            <a:avLst/>
          </a:prstGeom>
          <a:solidFill>
            <a:srgbClr val="0DC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0DC5A5"/>
                </a:solidFill>
              </a:rPr>
              <a:t>StockPilot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Cloud-Native Inventory Management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0AEC0"/>
                </a:solidFill>
              </a:rPr>
              <a:t>DevOps Final Capstone  ·  FastAPI · React · PostgreSQL · Docker · GitHub Actions
Terraform · AWS EKS · Helm · ArgoCD · Prometheus · Grafana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DC5A5"/>
                </a:solidFill>
              </a:rPr>
              <a:t>github.com/manohar180/Inventory-management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DC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C5A5"/>
                </a:solidFill>
              </a:rP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566160" cy="192024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C5A5"/>
                </a:solidFill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Python 3.12 · FastAPI · SQLAlchemy 2.x
Alembic · psycopg v3 · Pydantic v2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645920"/>
            <a:ext cx="3566160" cy="192024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737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C5A5"/>
                </a:solidFill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1488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React 18 · Vite · Vanilla CSS
Responsive dashboard · Glassmorphic 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645920"/>
            <a:ext cx="3566160" cy="192024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737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C5A5"/>
                </a:solidFill>
              </a:rP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1488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PostgreSQL 16
Alembic migrations
PVC persistence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3566160" cy="192024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31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C5A5"/>
                </a:solidFill>
              </a:rPr>
              <a:t>CI/CD &amp;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3434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GitHub Actions · Trivy (HIGH/CRIT gate)
GHCR image registry · SHA 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3840480"/>
            <a:ext cx="3566160" cy="192024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931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C5A5"/>
                </a:solidFill>
              </a:rPr>
              <a:t>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3434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Terraform · AWS VPC (2 AZ)
AWS EKS 1.31 · 2× t3.medium
NAT Gateway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840480"/>
            <a:ext cx="3566160" cy="192024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3931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C5A5"/>
                </a:solidFill>
              </a:rPr>
              <a:t>K8s &amp; GitOps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3434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Helm 3 · ingress-nginx · HPA
ArgoCD automated sync
ServiceMonitor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DC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C5A5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Internet Users  →  AWS ALB  →  Nginx Ingress Controller
                                    │                  │
                               /api/*              /*  
                                    │                  │
                            FastAPI Backend     React Frontend
                          (2 replicas · HPA)  (2 replicas · Nginx)
                                    │
                    ┌───────────────┴───────────────┐
                    │                               │
              PostgreSQL                  Prometheus + Grafana
            (Deployment + PVC)          (kube-prometheus-stack)
                                               ↑
                                       ServiceMonitor scrapes /metrics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DC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C5A5"/>
                </a:solidFill>
              </a:rPr>
              <a:t>CI/CD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45920"/>
            <a:ext cx="3566160" cy="201168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C5A5"/>
                </a:solidFill>
              </a:rPr>
              <a:t>1  Push to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Developer pushes code to GitHub main branch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645920"/>
            <a:ext cx="3566160" cy="201168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C5A5"/>
                </a:solidFill>
              </a:rPr>
              <a:t>2  Test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240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pytest (12+ tests) + npm run build
Build fails if any test fails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645920"/>
            <a:ext cx="3566160" cy="201168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C5A5"/>
                </a:solidFill>
              </a:rPr>
              <a:t>3  Build &amp; 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240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docker build backend + frontend
Trivy scans for HIGH/CRITICAL CVEs
Exit-code 1 if vulnerabilities found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1920"/>
            <a:ext cx="3566160" cy="201168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0233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C5A5"/>
                </a:solidFill>
              </a:rPr>
              <a:t>4  Publish to GHCR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26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docker push with SHA tag (never 'latest')
Only after Trivy passes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931920"/>
            <a:ext cx="3566160" cy="201168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C5A5"/>
                </a:solidFill>
              </a:rPr>
              <a:t>5  GitOps Bump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526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Updates values-prod.yaml with new SHA
Commits back [skip ci]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931920"/>
            <a:ext cx="3566160" cy="201168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40233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C5A5"/>
                </a:solidFill>
              </a:rPr>
              <a:t>6  ArgoCD Syncs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526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Detects Git change → helm upgrade
Rolling deploy → zero downtime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DC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C5A5"/>
                </a:solidFill>
              </a:rPr>
              <a:t>DevSecOps — Trivy Security Scanning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What is Trivy?
  Trivy is an open-source vulnerability scanner by Aqua Security.
  It scans container images for OS packages and language-level CVEs.
How it is used in StockPilot CI/CD:
  • Both backend and frontend images are scanned on every push to main
  • Scan flags: --severity HIGH,CRITICAL --ignore-unfixed --exit-code 1
  • The pipeline FAILS if any unfixed HIGH or CRITICAL CVE is found
  • Images are only pushed to GHCR after a clean scan
CVEs encountered &amp; resolved:
  • CVE-2025-62727  (starlette DoS via Range header)  → fixed in 0.49.1
  • CVE-2026-48818  (starlette SSRF via StaticFiles)  → fixed in 1.1.0
  • CVE-2026-54283  (starlette form() limits ignored) → fixed in 1.3.1
  Fix applied: requirements.txt pins starlette&gt;=1.3.1 so all three are patched.
  FastAPI is unpinned to allow pip to resolve a compatible version.
Result: Pipeline runs cleanly. Both images pass the security gate.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DC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C5A5"/>
                </a:solidFill>
              </a:rPr>
              <a:t>Infrastructure — Terraform on AWS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45920"/>
            <a:ext cx="3566160" cy="201168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C5A5"/>
                </a:solidFill>
              </a:rPr>
              <a:t>VPC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CIDR 10.30.0.0/16
2 Public + 2 Private subnets
Spanning ap-south-1a + ap-south-1b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645920"/>
            <a:ext cx="3566160" cy="201168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C5A5"/>
                </a:solidFill>
              </a:rPr>
              <a:t>Networking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240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Internet Gateway (public ingress)
Single NAT Gateway (private egress)
Proper EKS subnet tags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645920"/>
            <a:ext cx="3566160" cy="201168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C5A5"/>
                </a:solidFill>
              </a:rPr>
              <a:t>EKS Cluster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240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Kubernetes 1.31
Public API endpoint
Creator admin permissions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1920"/>
            <a:ext cx="3566160" cy="201168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0233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C5A5"/>
                </a:solidFill>
              </a:rPr>
              <a:t>Node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26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2× t3.medium (2 vCPU / 4 GB)
Scales to 4 nodes
Amazon Linux 2 AMI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931920"/>
            <a:ext cx="3566160" cy="201168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C5A5"/>
                </a:solidFill>
              </a:rPr>
              <a:t>Add-ons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526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CoreDNS · kube-proxy
vpc-cni · ebs-csi-driver
All managed by EKS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931920"/>
            <a:ext cx="3566160" cy="201168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40233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C5A5"/>
                </a:solidFill>
              </a:rPr>
              <a:t>Cost Warning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526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~$5–8 per day while running
Run terraform destroy
after evaluation!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DC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C5A5"/>
                </a:solidFill>
              </a:rPr>
              <a:t>Kubernetes &amp; Helm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Helm Chart: helm/stockpilot/
  ├── Backend Deployment   2 replicas · /health liveness · /ready readiness · non-root (uid 10001)
  ├── Frontend Deployment  2 replicas · Nginx 8080 · non-root (uid 101)
  ├── PostgreSQL           Deployment + PVC (5Gi) + Kubernetes Secret for credentials
  ├── ClusterIP Services   backend:8000  frontend:8080  postgres:5432
  ├── Ingress              /api → backend  /  → frontend  (ingressClassName: nginx)
  ├── HPA                  CPU-based · min 2 · max 6 replicas (backend only)
  └── ServiceMonitor       Prometheus scrapes /metrics every 15s
Deployment command:
  kubectl apply -f k8s/namespace.yaml
  helm upgrade --install stockpilot helm/stockpilot \
    --namespace stockpilot --values helm/stockpilot/values-prod.yaml
Verify:
  kubectl get pods -n stockpilot     → All Running
  kubectl get hpa  -n stockpilot     → TARGETS showing CPU %
  kubectl get ingress -n stockpilot  → ADDRESS assigned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DC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C5A5"/>
                </a:solidFill>
              </a:rPr>
              <a:t>GitOps with ArgoCD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GitOps Principle:  Git is the single source of truth.
               No manual kubectl apply in production — ever.
Flow:
  1. Developer pushes code → GitHub main branch
  2. GitHub Actions CI/CD:  test → scan → build → push SHA-tagged image to GHCR
  3. CI/CD commits new SHA into helm/stockpilot/values-prod.yaml  [skip ci]
  4. ArgoCD polls Git every ~3 minutes, detects the values-prod.yaml change
  5. ArgoCD runs: helm upgrade stockpilot helm/stockpilot --values values-prod.yaml
  6. Kubernetes performs a rolling update (zero downtime)
  7. ArgoCD reports: Synced / Healthy
ArgoCD Application settings (argocd/application.yaml):
  • automated.prune: true      → removes resources deleted from Git
  • automated.selfHeal: true   → reverts manual kubectl changes
  • CreateNamespace: true      → creates stockpilot ns automatically
  • targetRevision: main       → always tracks the main branch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DC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C5A5"/>
                </a:solidFill>
              </a:rPr>
              <a:t>Observability — Prometheus &amp; Grafana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45920"/>
            <a:ext cx="3566160" cy="201168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C5A5"/>
                </a:solidFill>
              </a:rPr>
              <a:t>Metrics 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/metrics
Prometheus-format output
Scraped every 15s via ServiceMonitor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645920"/>
            <a:ext cx="3566160" cy="201168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C5A5"/>
                </a:solidFill>
              </a:rPr>
              <a:t>Custom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240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stockpilot_stock_movements_total
  {type='IN'|'OUT'}  Counter
stockpilot_low_stock_products
  Gauge — reorder alerts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645920"/>
            <a:ext cx="3566160" cy="201168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C5A5"/>
                </a:solidFill>
              </a:rPr>
              <a:t>Grafana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240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 panels:
• Request Rate (req/s)
• p95 Latency (ms)
• 5xx Error Rate %
• Requests by Endpoint
• Stock Movements IN/OUT
• Low-Stock Products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1920"/>
            <a:ext cx="3566160" cy="201168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0233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C5A5"/>
                </a:solidFill>
              </a:rPr>
              <a:t>kube-prometheus-
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26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Installed via Helm
Prometheus Operator
Alertmanager · node-exporter
kube-state-metrics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931920"/>
            <a:ext cx="3566160" cy="201168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C5A5"/>
                </a:solidFill>
              </a:rPr>
              <a:t>Load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526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scripts/load-test.sh
Curl-only, no extra tools
Seeds products → hits all endpoints
Triggers HPA scaling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931920"/>
            <a:ext cx="3566160" cy="2011680"/>
          </a:xfrm>
          <a:prstGeom prst="rect">
            <a:avLst/>
          </a:prstGeom>
          <a:solidFill>
            <a:srgbClr val="1A253D"/>
          </a:solidFill>
          <a:ln>
            <a:solidFill>
              <a:srgbClr val="0DC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40233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C5A5"/>
                </a:solidFill>
              </a:rPr>
              <a:t>HPA Scaling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526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metrics-server provides CPU data
HPA scales backend pods
2 → up to 6 replicas
under sustained 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DC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C5A5"/>
                </a:solidFill>
              </a:rPr>
              <a:t>Key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GitOps eliminates deployment drift — ArgoCD ensures what's in Git always matches the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5000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Security as a gate, not an afterthought — Trivy CVE scanning blocked real vulnerabilities (starlette)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54096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IaC prevents environment inconsistency — Terraform reproduced the exact same VPC + EKS every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58184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Helm values files are the GitOps control plane — one SHA update triggers the full delivery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6227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Observability is only useful if metrics are custom and meaningful — stockpilot_low_stock_products gives real business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663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Non-root containers are the first line of Kubernetes security — enforced at both Dockerfile and securityContext levels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704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Testing in isolation is essential — SQLite dependency override let CI run 12 tests without a real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AEC0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